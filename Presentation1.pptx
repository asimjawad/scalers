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69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18"/>
    <p:restoredTop sz="94687"/>
  </p:normalViewPr>
  <p:slideViewPr>
    <p:cSldViewPr snapToGrid="0">
      <p:cViewPr>
        <p:scale>
          <a:sx n="140" d="100"/>
          <a:sy n="140" d="100"/>
        </p:scale>
        <p:origin x="856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F8D4-EE5D-8B46-9C33-840DF648A832}" type="datetimeFigureOut">
              <a:rPr lang="en-PK" smtClean="0"/>
              <a:t>22/01/2025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4E5-41E4-FA4D-A913-276C72D989E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37545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F8D4-EE5D-8B46-9C33-840DF648A832}" type="datetimeFigureOut">
              <a:rPr lang="en-PK" smtClean="0"/>
              <a:t>22/01/2025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4E5-41E4-FA4D-A913-276C72D989E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914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F8D4-EE5D-8B46-9C33-840DF648A832}" type="datetimeFigureOut">
              <a:rPr lang="en-PK" smtClean="0"/>
              <a:t>22/01/2025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4E5-41E4-FA4D-A913-276C72D989E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5763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F8D4-EE5D-8B46-9C33-840DF648A832}" type="datetimeFigureOut">
              <a:rPr lang="en-PK" smtClean="0"/>
              <a:t>22/01/2025</a:t>
            </a:fld>
            <a:endParaRPr lang="en-PK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4E5-41E4-FA4D-A913-276C72D989E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09644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F8D4-EE5D-8B46-9C33-840DF648A832}" type="datetimeFigureOut">
              <a:rPr lang="en-PK" smtClean="0"/>
              <a:t>22/01/2025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4E5-41E4-FA4D-A913-276C72D989EE}" type="slidenum">
              <a:rPr lang="en-PK" smtClean="0"/>
              <a:t>‹#›</a:t>
            </a:fld>
            <a:endParaRPr lang="en-PK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33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F8D4-EE5D-8B46-9C33-840DF648A832}" type="datetimeFigureOut">
              <a:rPr lang="en-PK" smtClean="0"/>
              <a:t>22/01/2025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4E5-41E4-FA4D-A913-276C72D989E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58345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F8D4-EE5D-8B46-9C33-840DF648A832}" type="datetimeFigureOut">
              <a:rPr lang="en-PK" smtClean="0"/>
              <a:t>22/01/2025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4E5-41E4-FA4D-A913-276C72D989E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04723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F8D4-EE5D-8B46-9C33-840DF648A832}" type="datetimeFigureOut">
              <a:rPr lang="en-PK" smtClean="0"/>
              <a:t>22/01/2025</a:t>
            </a:fld>
            <a:endParaRPr lang="en-PK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PK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4E5-41E4-FA4D-A913-276C72D989E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63119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7DAF8D4-EE5D-8B46-9C33-840DF648A832}" type="datetimeFigureOut">
              <a:rPr lang="en-PK" smtClean="0"/>
              <a:t>22/01/2025</a:t>
            </a:fld>
            <a:endParaRPr lang="en-PK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P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4E5-41E4-FA4D-A913-276C72D989E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513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F8D4-EE5D-8B46-9C33-840DF648A832}" type="datetimeFigureOut">
              <a:rPr lang="en-PK" smtClean="0"/>
              <a:t>22/01/2025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4E5-41E4-FA4D-A913-276C72D989E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20220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F8D4-EE5D-8B46-9C33-840DF648A832}" type="datetimeFigureOut">
              <a:rPr lang="en-PK" smtClean="0"/>
              <a:t>22/01/2025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14E5-41E4-FA4D-A913-276C72D989E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42015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27DAF8D4-EE5D-8B46-9C33-840DF648A832}" type="datetimeFigureOut">
              <a:rPr lang="en-PK" smtClean="0"/>
              <a:t>22/01/2025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5DA14E5-41E4-FA4D-A913-276C72D989E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58516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0" r:id="rId1"/>
    <p:sldLayoutId id="2147484471" r:id="rId2"/>
    <p:sldLayoutId id="2147484472" r:id="rId3"/>
    <p:sldLayoutId id="2147484473" r:id="rId4"/>
    <p:sldLayoutId id="2147484474" r:id="rId5"/>
    <p:sldLayoutId id="2147484475" r:id="rId6"/>
    <p:sldLayoutId id="2147484476" r:id="rId7"/>
    <p:sldLayoutId id="2147484477" r:id="rId8"/>
    <p:sldLayoutId id="2147484478" r:id="rId9"/>
    <p:sldLayoutId id="2147484479" r:id="rId10"/>
    <p:sldLayoutId id="214748448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B5F54B-5641-5E91-CB7A-841142B0B503}"/>
              </a:ext>
            </a:extLst>
          </p:cNvPr>
          <p:cNvSpPr txBox="1"/>
          <p:nvPr/>
        </p:nvSpPr>
        <p:spPr>
          <a:xfrm>
            <a:off x="2748706" y="390998"/>
            <a:ext cx="71291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4800" b="1" cap="all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Higher L</a:t>
            </a:r>
            <a:r>
              <a:rPr lang="en-GB" sz="4800" b="1" cap="all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e</a:t>
            </a:r>
            <a:r>
              <a:rPr lang="en-PK" sz="4800" b="1" cap="all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vel flow of POC: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5993A48-8A2D-89E2-40F3-FFD6FD5A8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24" y="1710531"/>
            <a:ext cx="10619232" cy="343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8138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62FF6A-A5FC-F21C-24ED-8F37AA07E56B}"/>
              </a:ext>
            </a:extLst>
          </p:cNvPr>
          <p:cNvSpPr txBox="1"/>
          <p:nvPr/>
        </p:nvSpPr>
        <p:spPr>
          <a:xfrm>
            <a:off x="3419856" y="457200"/>
            <a:ext cx="5129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K" sz="4000" b="1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Authentication</a:t>
            </a:r>
            <a:r>
              <a:rPr lang="en-PK" sz="40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 </a:t>
            </a:r>
            <a:r>
              <a:rPr lang="en-PK" sz="4000" b="1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Flow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496FB8B-7BCC-6302-FDE6-A1A5E4242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219" y="1499616"/>
            <a:ext cx="9191561" cy="514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42709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{9BC48DDC-E7B3-D544-BC07-5C6BA08531ED}tf10001120</Template>
  <TotalTime>36</TotalTime>
  <Words>10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Apple Symbols</vt:lpstr>
      <vt:lpstr>Arial</vt:lpstr>
      <vt:lpstr>Gill Sans MT</vt:lpstr>
      <vt:lpstr>Parcel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Asim Jawad</dc:creator>
  <cp:lastModifiedBy>Asim Jawad</cp:lastModifiedBy>
  <cp:revision>1</cp:revision>
  <dcterms:created xsi:type="dcterms:W3CDTF">2025-01-22T18:28:59Z</dcterms:created>
  <dcterms:modified xsi:type="dcterms:W3CDTF">2025-01-22T19:05:11Z</dcterms:modified>
</cp:coreProperties>
</file>